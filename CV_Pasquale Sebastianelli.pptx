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d99a575b99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d99a575b9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99a575b99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99a575b99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99a575b99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99a575b99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1b7b04a9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1b7b04a9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99a575b99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99a575b99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99a575b9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99a575b9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99a575b9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99a575b9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99a575b99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99a575b9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99a575b99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99a575b99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1b7b04a9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1b7b04a9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99a575b99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d99a575b99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image" Target="../media/image19.png"/><Relationship Id="rId7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1.png"/><Relationship Id="rId7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11.png"/><Relationship Id="rId6" Type="http://schemas.openxmlformats.org/officeDocument/2006/relationships/image" Target="../media/image1.png"/><Relationship Id="rId7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21.png"/><Relationship Id="rId6" Type="http://schemas.openxmlformats.org/officeDocument/2006/relationships/image" Target="../media/image1.png"/><Relationship Id="rId7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11" Type="http://schemas.openxmlformats.org/officeDocument/2006/relationships/image" Target="../media/image4.png"/><Relationship Id="rId10" Type="http://schemas.openxmlformats.org/officeDocument/2006/relationships/image" Target="../media/image1.png"/><Relationship Id="rId9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Relationship Id="rId7" Type="http://schemas.openxmlformats.org/officeDocument/2006/relationships/image" Target="../media/image15.png"/><Relationship Id="rId8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Relationship Id="rId5" Type="http://schemas.openxmlformats.org/officeDocument/2006/relationships/image" Target="../media/image33.png"/><Relationship Id="rId6" Type="http://schemas.openxmlformats.org/officeDocument/2006/relationships/image" Target="../media/image29.png"/><Relationship Id="rId7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1.png"/><Relationship Id="rId7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31.png"/><Relationship Id="rId5" Type="http://schemas.openxmlformats.org/officeDocument/2006/relationships/image" Target="../media/image27.png"/><Relationship Id="rId6" Type="http://schemas.openxmlformats.org/officeDocument/2006/relationships/image" Target="../media/image1.png"/><Relationship Id="rId7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image" Target="../media/image1.png"/><Relationship Id="rId6" Type="http://schemas.openxmlformats.org/officeDocument/2006/relationships/image" Target="../media/image23.png"/><Relationship Id="rId7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21.png"/><Relationship Id="rId5" Type="http://schemas.openxmlformats.org/officeDocument/2006/relationships/image" Target="../media/image25.png"/><Relationship Id="rId6" Type="http://schemas.openxmlformats.org/officeDocument/2006/relationships/image" Target="../media/image1.png"/><Relationship Id="rId7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28.png"/><Relationship Id="rId11" Type="http://schemas.openxmlformats.org/officeDocument/2006/relationships/image" Target="../media/image23.png"/><Relationship Id="rId10" Type="http://schemas.openxmlformats.org/officeDocument/2006/relationships/image" Target="../media/image1.png"/><Relationship Id="rId9" Type="http://schemas.openxmlformats.org/officeDocument/2006/relationships/image" Target="../media/image9.png"/><Relationship Id="rId5" Type="http://schemas.openxmlformats.org/officeDocument/2006/relationships/image" Target="../media/image37.png"/><Relationship Id="rId6" Type="http://schemas.openxmlformats.org/officeDocument/2006/relationships/image" Target="../media/image34.png"/><Relationship Id="rId7" Type="http://schemas.openxmlformats.org/officeDocument/2006/relationships/image" Target="../media/image36.png"/><Relationship Id="rId8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5F9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273847" cy="5143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8160" y="67863"/>
            <a:ext cx="2273850" cy="253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58160" y="331275"/>
            <a:ext cx="5053277" cy="2501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58151" y="2686912"/>
            <a:ext cx="5053299" cy="250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99175" y="117575"/>
            <a:ext cx="698225" cy="32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5F9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273847" cy="5143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8151" y="331275"/>
            <a:ext cx="5053218" cy="250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58150" y="2711704"/>
            <a:ext cx="5053227" cy="2282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350" y="761575"/>
            <a:ext cx="2036275" cy="429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99175" y="117575"/>
            <a:ext cx="698225" cy="32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5F9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273847" cy="5143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8150" y="331275"/>
            <a:ext cx="5053204" cy="202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58150" y="2345234"/>
            <a:ext cx="5053227" cy="2024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350" y="761575"/>
            <a:ext cx="2036275" cy="429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99175" y="117575"/>
            <a:ext cx="698225" cy="32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5F9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273847" cy="5143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8160" y="62875"/>
            <a:ext cx="6245385" cy="26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350" y="761575"/>
            <a:ext cx="2036275" cy="429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99175" y="117575"/>
            <a:ext cx="698225" cy="32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58150" y="331275"/>
            <a:ext cx="5053251" cy="2575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5F9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273847" cy="5143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8160" y="62875"/>
            <a:ext cx="6245998" cy="29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58150" y="331275"/>
            <a:ext cx="5053277" cy="2720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350" y="761575"/>
            <a:ext cx="2036275" cy="429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99175" y="117575"/>
            <a:ext cx="698225" cy="32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5F9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273847" cy="5143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8160" y="62875"/>
            <a:ext cx="6245998" cy="29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58150" y="331275"/>
            <a:ext cx="5053277" cy="858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58160" y="1522176"/>
            <a:ext cx="6245998" cy="29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58150" y="1851699"/>
            <a:ext cx="5053277" cy="1357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658160" y="3594817"/>
            <a:ext cx="6245998" cy="29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658150" y="3906409"/>
            <a:ext cx="5968427" cy="58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2350" y="761575"/>
            <a:ext cx="2036275" cy="429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299175" y="117575"/>
            <a:ext cx="698225" cy="32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5F9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273847" cy="5143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8160" y="67863"/>
            <a:ext cx="2273850" cy="253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58160" y="331275"/>
            <a:ext cx="5053277" cy="250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58151" y="2686912"/>
            <a:ext cx="5053218" cy="250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99000" y="117575"/>
            <a:ext cx="698400" cy="32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5F9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273847" cy="5143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8151" y="331275"/>
            <a:ext cx="5053218" cy="250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58150" y="2711704"/>
            <a:ext cx="5053227" cy="2377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350" y="761575"/>
            <a:ext cx="2036275" cy="432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99000" y="117575"/>
            <a:ext cx="698400" cy="32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5F9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273847" cy="5143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8150" y="331275"/>
            <a:ext cx="5053227" cy="2024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58147" y="2345234"/>
            <a:ext cx="5006789" cy="200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350" y="761575"/>
            <a:ext cx="2036275" cy="432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99000" y="117575"/>
            <a:ext cx="698400" cy="32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5F9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273847" cy="5143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8160" y="62875"/>
            <a:ext cx="6245998" cy="26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350" y="761575"/>
            <a:ext cx="2036275" cy="432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99000" y="117575"/>
            <a:ext cx="698400" cy="32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06701" y="331275"/>
            <a:ext cx="5004724" cy="2502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5F9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273847" cy="5143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8150" y="331275"/>
            <a:ext cx="5053277" cy="2720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58160" y="62875"/>
            <a:ext cx="6245998" cy="29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350" y="761575"/>
            <a:ext cx="2036275" cy="432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99000" y="117575"/>
            <a:ext cx="698400" cy="32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5F9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273847" cy="5143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8160" y="62875"/>
            <a:ext cx="6245998" cy="29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58150" y="331275"/>
            <a:ext cx="5054398" cy="85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58160" y="1522176"/>
            <a:ext cx="6245998" cy="29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58150" y="1851699"/>
            <a:ext cx="5054398" cy="13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658160" y="3594817"/>
            <a:ext cx="6245998" cy="29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658150" y="3906409"/>
            <a:ext cx="5968427" cy="58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2350" y="761575"/>
            <a:ext cx="2036275" cy="432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299000" y="117575"/>
            <a:ext cx="698400" cy="32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